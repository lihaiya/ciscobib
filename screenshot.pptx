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3" r:id="rId4"/>
    <p:sldId id="256" r:id="rId5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0B5C8-D16D-DAEA-C30E-5E718CB09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EFE491-96A9-C95E-B582-9747E476B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34BD65-CD51-BFE9-7DB5-EE3F2A4D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D7E2F-F96B-DE22-6077-B45EFFAA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6BEAD-F743-609F-00BF-CF13F640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47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57ED6-80F8-EC48-37E2-C8DF5F86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A0C7B0-332E-F735-386F-0B483977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1EFBF-A2AC-BCEC-2D95-1A16A2A7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02B026-0928-2990-8A3F-AD16D806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21CF94-C40F-E740-985E-374407DF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00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4E50C-8FA2-14A1-86EC-849D7ED5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3391CF-E911-F840-9165-6D17B1F76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D2DB8-9A4A-CCB5-ACA9-2B9A2A89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06CB3-111A-6940-ADC7-06FFA9DE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9178B-31BB-7B31-3F9A-2C9EB001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7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B35A2-000F-0DF3-C104-7E41BAC0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363A0-3FA3-E45E-8B06-2DF50A108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7E3CFA-A921-F7A8-925E-72070DBF9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F3FB55-A234-1D2E-4633-D5E442D3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E4D659-D0A9-EA30-CB98-6EADBF45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168F17-3259-ABF8-09D2-8D72B0D6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36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C360C-69DB-0379-857B-8D93CA1D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446BA-731C-0BC1-34AD-8D54ECCC2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9C5C93-2426-AB24-2327-0DC56883C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3DCC72-9E74-AD8B-6441-9A3A62513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149F05-F24C-7E1B-6581-3FC55CEE9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D50B34-FFAA-D94D-2072-3A6C59F0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8A15AB-45C9-68A0-8826-8FA2B208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6454BC-87E4-D12D-6D28-FA6B2B10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67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34B4F-38DC-DA60-6427-631746D5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EB5B60-4E58-4E38-99DB-6B597B13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CB946A-B23C-0BF2-2E2D-D10FEA6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139459-1148-F16A-2311-36924170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9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B38F5B-06B9-B319-36E2-F3471ACE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1EB2EF-CD11-EBCC-4934-0D4086D9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30F7FC-B1E7-2818-5C3F-873CE168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49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D8843-4E53-A5B9-1A0C-EA5AF0F6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187867-7918-7C87-072C-C6DD1B45E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6BC750-59DF-D9B1-DFC3-1231027F3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E75AD1-2A84-910D-79E5-6D200A37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335D4-1C43-1F3F-AC23-31435C28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C56A0C-4A65-3F3D-6F53-6C2C4AFF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46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DC928-F3A6-C290-5B61-2EFDF2E4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02DA0E-D4FE-452E-DA3D-0818636CB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A3F8A2-B125-4018-2439-9A73F6C39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3D88E4-D890-5842-41EC-E787B8FB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A0BA38-6AD9-D65D-A45B-4B76D90B4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B42996-7CEC-51E4-2CC1-6C22E52E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26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97E2D-1F95-D4F6-5482-659EEE1A8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E0CE0-F557-5BDE-7319-E799A3C0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E7CEB-3D53-954B-EC8A-F54A79AF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D826F-216B-FCCE-1AEC-31035A97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880A2-33C5-7863-9729-BD621EA2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899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9930CE-0156-6633-AB6D-284F704B8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509BF2-0898-1D88-A616-97C56A50F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A92070-645A-66F3-91FF-AF15EA5E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CDA66-DFF7-9BAA-6102-67395132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6066E-38BC-DE71-D0DC-2C25DC8AA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4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685310-72C3-32BC-44EF-B706EB1C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4939B-A510-16A3-CBF8-6B238AE28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CE72E-70C6-3EB2-E1E3-F5DA2994C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C131-CD63-40C9-A1C3-F1AC38F442AF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FBDD0A-542D-D0E2-DF33-C56532EB4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B127F2-0A3D-3D73-3AA6-99961C8BF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6E42B-CF6F-4964-A098-8E902A46A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17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C2761-09C2-997B-9CE7-E538C9B2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2CCE594-DAEA-37D3-F9ED-6AB9AEF38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669"/>
            <a:ext cx="12192000" cy="534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7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2B4D-7601-104A-0914-A1E10276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58919A8-06F3-45A5-00F3-C4A57C5F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" y="1163782"/>
            <a:ext cx="12192000" cy="507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6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1635-EB1F-851F-C6D9-D340C6BC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CA4760-E893-38AF-D250-B34E090A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087"/>
            <a:ext cx="12192000" cy="504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E63D3B2-D646-A147-9E88-9D46BD51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1184"/>
            <a:ext cx="12192000" cy="313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5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FE31F-A696-8223-F12E-0CF41DDF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769E1E-FEE7-3165-5BDC-9EF80698B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3782"/>
            <a:ext cx="12192000" cy="520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0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2BE6-E545-060F-73DC-7F9CAB37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3C196F-7C2D-F429-2C27-FB2EE5A4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970"/>
            <a:ext cx="12192000" cy="299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2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D2FC-FD98-34A9-88FC-DE45E06D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B77203C-B1CE-5CE2-2910-B1FF5A54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6200"/>
            <a:ext cx="12192000" cy="45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3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8C5D-C217-80A9-0B05-8A563065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7FD54B9-E8A3-6447-D6C7-354DB71AA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800"/>
            <a:ext cx="12192000" cy="43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7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shao</dc:creator>
  <cp:lastModifiedBy>e99619</cp:lastModifiedBy>
  <cp:revision>10</cp:revision>
  <dcterms:created xsi:type="dcterms:W3CDTF">2025-09-10T04:57:58Z</dcterms:created>
  <dcterms:modified xsi:type="dcterms:W3CDTF">2026-03-23T03:49:55Z</dcterms:modified>
</cp:coreProperties>
</file>